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프레젠테이션은 Palmer Penguins 데이터셋을 분석한 결과를 요약합니다. 데이터 로드, 시각화, 인사이트를 포함합니다.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데이터셋은 남극 펭귄 연구에서 유명하며, 기계 학습 예제로 자주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344개의 행, 7개의 열. 결측치가 일부 존재합니다.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평균 값과 결측치를 요약. 성별에 결측치가 많습니다.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그래프는 펭귄 종의 다양성을 보여줍니다. 긴 부리는 물고기 잡기에 유리.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깊이는 먹이 종류와 관련. 깊은 부리는 큰 먹이 처리.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날개 길이는 수영 능력 지표. 긴 날개는 깊은 바다 탐험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체중은 건강과 생존 관련. 환경 변화 모니터링 중요.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종별 구분 뚜렷. 분류 모델 유용.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생존 전략 차이. 기후 변화 영향.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다변량 분석 기초. 이상치 주의.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 구분 가능. 생태적 niche 이해.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샘플링 편향 고려. 다양성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섬 환경이 종 선택 결정.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건강 평가에 유용.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연구 샘플링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보존 전략 수립.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진화 연구 기여.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세부 패턴 이해. 이상치 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 분류 모델 구축.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선형 관계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생식 건강 모니터링.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트렌드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분석은 펭귄 연구에 기여. 추가 연구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프레젠테이션 종료. 추가 논의 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10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13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14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1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 프레젠테이션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타이틀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펭귄 데이터셋 분석 보고서</a:t>
            </a:r>
          </a:p>
          <a:p>
            <a:pPr lvl="0"/>
            <a:r>
              <a:rPr/>
              <a:t>발표자: AI 어시스턴트</a:t>
            </a:r>
          </a:p>
          <a:p>
            <a:pPr lvl="0"/>
            <a:r>
              <a:rPr/>
              <a:t>날짜: 2025년 12월 23일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Palmer Penguins 데이터셋 소개</a:t>
            </a:r>
          </a:p>
          <a:p>
            <a:pPr lvl="0"/>
            <a:r>
              <a:rPr/>
              <a:t>세 종의 펭귄: Adelie, Chinstrap, Gentoo</a:t>
            </a:r>
          </a:p>
          <a:p>
            <a:pPr lvl="0"/>
            <a:r>
              <a:rPr/>
              <a:t>변수: 부리 길이/깊이, 날개 길이, 체중, 성별, 섬</a:t>
            </a:r>
          </a:p>
          <a:p>
            <a:pPr lvl="0"/>
            <a:r>
              <a:rPr/>
              <a:t>분석 목표: 종별 차이, 생태적 의미 이해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데이터셋 정보</a:t>
            </a:r>
          </a:p>
          <a:p>
            <a:pPr lvl="0" indent="0">
              <a:buNone/>
            </a:pPr>
            <a:r>
              <a:rPr>
                <a:latin typeface="Courier"/>
              </a:rPr>
              <a:t>&lt;class 'pandas.core.frame.DataFrame'&gt;
RangeIndex: 344 entries, 0 to 343
Data columns (total 7 columns):
 #   Column             Non-Null Count  Dtype
---  ------             --------------  -----
 0   species            344 non-null    object
 1   island             344 non-null    object
 2   bill_length_mm     342 non-null    float64
 3   bill_depth_mm      342 non-null    float64
 4   flipper_length_mm  342 non-null    float64
 5   body_mass_g        342 non-null    float64
 6   sex                333 non-null    object
dtypes: float64(4), object(3)
memory usage: 18.9+ KB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개요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데이터셋 설명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bill_length_mm  bill_depth_mm  flipper_length_mm  body_mass_g
count      342.000000     342.000000         342.000000   342.000000
mean        43.921930      17.151170         200.915205  4201.754386
std          5.459584       1.974793          14.061714   801.954536
min         32.100000      13.100000         172.000000  2700.000000
25%         39.225000      15.600000         190.000000  3550.000000
50%         44.450000      17.300000         197.000000  4050.000000
75%         48.500000      18.700000         213.000000  4750.000000
max         59.600000      21.500000         231.000000  6300.000000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결측치</a:t>
            </a:r>
          </a:p>
          <a:p>
            <a:pPr lvl="0" indent="0">
              <a:buNone/>
            </a:pPr>
            <a:r>
              <a:rPr>
                <a:latin typeface="Courier"/>
              </a:rPr>
              <a:t>species               0
island                0
bill_length_mm        2
bill_depth_mm         2
flipper_length_mm     2
body_mass_g           2
sex                  11
dtype: int64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1: 부리 길이 히스토그램</a:t>
            </a:r>
          </a:p>
        </p:txBody>
      </p:sp>
      <p:pic>
        <p:nvPicPr>
          <p:cNvPr descr="bill_length_hi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부리 길이 분포는 정규에 가까우나 종별 차이 존재. 평균 44mm, Gentoo가 길고 Adelie가 짧음. 생태적 적응 반영.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2: 부리 깊이 히스토그램</a:t>
            </a:r>
          </a:p>
        </p:txBody>
      </p:sp>
      <p:pic>
        <p:nvPicPr>
          <p:cNvPr descr="bill_depth_hi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깊이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깊이 분포는 bimodal 경향. Gentoo가 깊고, Adelie 얕음. 먹이 처리 방식 차이.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3: 날개 길이 히스토그램</a:t>
            </a:r>
          </a:p>
        </p:txBody>
      </p:sp>
      <p:pic>
        <p:nvPicPr>
          <p:cNvPr descr="flipper_length_hi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평균 201mm, Gentoo가 가장 길어 수영 효율 높음. 서식지 적응.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4: 체중 히스토그램</a:t>
            </a:r>
          </a:p>
        </p:txBody>
      </p:sp>
      <p:pic>
        <p:nvPicPr>
          <p:cNvPr descr="body_mass_hi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체중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평균 4202g, Gentoo 무거움. 지방 저장으로 겨울 견딜 수 있음.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5: 종별 부리 길이 박스플롯</a:t>
            </a:r>
          </a:p>
        </p:txBody>
      </p:sp>
      <p:pic>
        <p:nvPicPr>
          <p:cNvPr descr="bill_length_box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부리 길이 박스플롯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 중앙값 높음. 진화적 분화, 먹이 경쟁 피함.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6: 종별 체중 박스플롯</a:t>
            </a:r>
          </a:p>
        </p:txBody>
      </p:sp>
      <p:pic>
        <p:nvPicPr>
          <p:cNvPr descr="body_mass_box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체중 박스플롯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 무거움. 서식지 자원 영향.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7: 부리 길이 vs 깊이 산점도</a:t>
            </a:r>
          </a:p>
        </p:txBody>
      </p:sp>
      <p:pic>
        <p:nvPicPr>
          <p:cNvPr descr="bill_scatte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vs 부리 깊이 산점도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클러스터링 뚜렷. 약한 상관관계. 종별 특화.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8: 날개 길이 vs 체중 산점도</a:t>
            </a:r>
          </a:p>
        </p:txBody>
      </p:sp>
      <p:pic>
        <p:nvPicPr>
          <p:cNvPr descr="flipper_body_scatte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vs 체중 산점도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강한 양 상관. 척추동물 패턴. 수영 효율.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9: 종별 개수 막대 그래프</a:t>
            </a:r>
          </a:p>
        </p:txBody>
      </p:sp>
      <p:pic>
        <p:nvPicPr>
          <p:cNvPr descr="species_ba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개수 막대 그래프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Adelie 우세. 넓은 서식지. 기후 취약성.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종 vs 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island     Biscoe  Dream  Torgersen
species
Adelie         44     56         52
Chinstrap       0     68          0
Gentoo         124     0          0</a:t>
            </a:r>
          </a:p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섬별 분포. 경쟁 피함. 보존 우선순위.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피봇테이블: 종 및 성별 평균 체중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sex        Female     Male
species
Adelie   3368.836   4043.493
Chinstrap 3527.206  3938.971
Gentoo   4679.741  5484.836</a:t>
            </a:r>
          </a:p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수컷 무거움. 성적 이형성. 번식 생물학.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10: 섬별 개수 막대 그래프</a:t>
            </a:r>
          </a:p>
        </p:txBody>
      </p:sp>
      <p:pic>
        <p:nvPicPr>
          <p:cNvPr descr="island_ba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섬별 개수 막대 그래프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Biscoe 많음. 면적과 먹이 영향.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섬 vs 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species  Adelie  Chinstrap  Gentoo
island
Biscoe       44          0     124
Dream        56         68       0
Torgersen    52          0       0</a:t>
            </a:r>
          </a:p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역 분포. 환경 적응.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피봇테이블: 섬 및 종별 평균 부리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species    Adelie  Chinstrap   Gentoo
island
Biscoe    38.975   0.000000  45.584
Dream     44.167  48.833333  0.000
Torgersen 39.038   0.000000  0.000</a:t>
            </a:r>
          </a:p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유전적 요인. 환경 영향 적음.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11: 종별 체중 바이올린 플롯</a:t>
            </a:r>
          </a:p>
        </p:txBody>
      </p:sp>
      <p:pic>
        <p:nvPicPr>
          <p:cNvPr descr="body_mass_violi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체중 바이올린 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분포 밀도. Gentoo 넓음. 변동성.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12: 페어 플롯</a:t>
            </a:r>
          </a:p>
        </p:txBody>
      </p:sp>
      <p:pic>
        <p:nvPicPr>
          <p:cNvPr descr="pair_plo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971800" y="1193800"/>
            <a:ext cx="320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페어 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모든 변수 관계. 클러스터링. 다변량.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13: 상관관계 히트맵</a:t>
            </a:r>
          </a:p>
        </p:txBody>
      </p:sp>
      <p:pic>
        <p:nvPicPr>
          <p:cNvPr descr="correlation_heatma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상관관계 히트맵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날개-체중 강 상관. 모델 변수 선택.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14: 종별 성별 카운트 플롯</a:t>
            </a:r>
          </a:p>
        </p:txBody>
      </p:sp>
      <p:pic>
        <p:nvPicPr>
          <p:cNvPr descr="sex_coun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성별 카운트 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균형적. 성비 왜곡 시 스트레스.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15: 종별 평균 부리 길이 라인 플롯</a:t>
            </a:r>
          </a:p>
        </p:txBody>
      </p:sp>
      <p:pic>
        <p:nvPicPr>
          <p:cNvPr descr="mean_bill_lin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평균 부리 길이 라인 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평균 차이. 형태적 차이.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펭귄 종별 차이 명확.</a:t>
            </a:r>
          </a:p>
          <a:p>
            <a:pPr lvl="0"/>
            <a:r>
              <a:rPr/>
              <a:t>시각화로 패턴 이해.</a:t>
            </a:r>
          </a:p>
          <a:p>
            <a:pPr lvl="0"/>
            <a:r>
              <a:rPr/>
              <a:t>생태적 의미: 적응, 경쟁, 보존.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질문 있으신가요?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2025-12-23T13:17:54Z</dcterms:created>
  <dcterms:modified xsi:type="dcterms:W3CDTF">2025-12-23T13:17:54Z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